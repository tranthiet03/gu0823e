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FDFF-7AEA-5CF3-59A6-F8A3D260F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2E0D4-7EDD-CA9B-23C0-746DA6DF2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6815-7802-0932-AF74-1CDA11D2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AB48-39B0-250B-0590-85C625F6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92FE-E96A-9115-0D3D-C9C1F088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2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E9E1-2824-8F41-A88C-32575222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CBB9-6DDE-44A0-08C0-80CB998B4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E5986-5674-F161-4449-E4AB6A22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E982-A695-B266-73ED-91293CD3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77A17-C728-8B90-8BF3-71AF1470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46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053C-CBB8-4BEC-F45D-9299AB6B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8F510-8720-ABFF-7FAA-D764840BF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C81AF-1CAF-7899-3C40-DAE21209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6DD0D-44E2-33A3-1798-2AD08227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7DDC2-EB1E-8E4B-B365-E355F2DC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6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7B0C-6D20-E359-BF94-85EEC866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F0BE-008D-C8B5-B8AD-730C627FA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0BB6D-200C-42DD-E566-78FAA7378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82B03-AC72-4A6D-DF07-EA734E87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AC481-25A7-6E59-24D2-94E5DAD7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D361E-42FD-5431-2A86-E4E5CEDF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6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45DF-4E5C-FEA6-454D-6F902CEE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8E66C-CD2A-32B4-4DB3-F7D951EB6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3173-E64C-8F62-11AD-5C83D90B1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31DDF-026F-F7CB-0D09-E4B25C925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4DA2B-5D6E-ECCD-0926-376DBEBE8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A030A-1B3F-1EF3-9D22-5DE1E236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77FAC-6601-EC27-3596-C6C64DDC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3371B-7FDE-EF4F-F092-2404E234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2A38-8BC7-48F1-97D1-E582FC4E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90CD3-30ED-B648-FEDB-F526989D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1275E-CB21-4743-12AD-E3F6D830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84B9C-F94B-8E1A-7357-B7B069DC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E04C8-20D2-5C75-78CB-9AFB15B0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EE25F-415F-05EA-0A37-FBC32A55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5BF99-474F-9A5A-C10C-F87BE29E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3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69EB-00F4-980C-52E1-C688E704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C529-2293-85E6-9EF5-C31F1AD4F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D619C-420D-AF6A-B770-C5EEB4692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05D4D-A7B2-D70B-9B60-17FF88C7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594D3-70AF-EE74-8B39-23A4989A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CCCAA-0D6F-D08D-BA69-3CFA95C4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6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291B-D023-3F85-AF3E-85505FA9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040C0-2937-BB75-FD58-2E459A461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F9EA8-5A28-3812-67DC-CC04C2765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AA083-365D-FF0A-09BB-33E90E94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B397D-21F2-E882-49B2-2E9B5E54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87CAD-D05F-0B7F-874E-08EDADCF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9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605C-89EC-A428-D593-4BC9FA19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CF1B4-42D5-93D7-B7ED-BAA714502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B0F5B-6193-FA7B-E0A7-3155736C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AED0-99EC-95BC-585F-F7F73C88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4DE0-C6E8-7D4A-E768-CA215741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3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92B55-A871-2E42-2998-2DFA9C3A2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B0369-B31E-B5E9-B5AA-2E3AB3AB1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7299-55EC-2592-6D39-65FD7C13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B64A-F890-5CFB-0CA2-82E3C86E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D9B32-BBB7-D44F-1C09-691E600A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2873B-5CAD-7809-53D0-28235417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430F-00D3-B612-199D-5352A3A7A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BB5A-34C5-9A65-BF4E-471D5EA27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0E7C-2C2D-4AE6-8236-8A727A020782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5D09E-6DE0-8721-16BD-707B51217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48ACE-5418-129E-6D69-5506EDA12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743CF-CDB3-4DAC-B9FF-48F9E101E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AA4B-FA34-3E65-9FDC-7ECC2A857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Học</a:t>
            </a:r>
            <a:r>
              <a:rPr lang="en-US"/>
              <a:t> GitHub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047E-8BB0-BA8E-90DE-1F819AB7E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Học 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Học GitHub </dc:title>
  <dc:creator>a42207 Trần Văn Thiết</dc:creator>
  <cp:lastModifiedBy>a42207 Trần Văn Thiết</cp:lastModifiedBy>
  <cp:revision>1</cp:revision>
  <dcterms:created xsi:type="dcterms:W3CDTF">2023-11-14T12:17:11Z</dcterms:created>
  <dcterms:modified xsi:type="dcterms:W3CDTF">2023-11-14T12:17:18Z</dcterms:modified>
</cp:coreProperties>
</file>